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6472e96cb34ba9" /><Relationship Type="http://schemas.openxmlformats.org/officeDocument/2006/relationships/extended-properties" Target="/docProps/app.xml" Id="R5374ba961a104ac3" /><Relationship Type="http://schemas.openxmlformats.org/officeDocument/2006/relationships/officeDocument" Target="/ppt/presentation.xml" Id="R39efce924b894e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e86288235a4bad"/>
  </p:sldMasterIdLst>
  <p:notesMasterIdLst>
    <p:notesMasterId xmlns:r="http://schemas.openxmlformats.org/officeDocument/2006/relationships" r:id="R34711c33d1bf4bf3"/>
  </p:notesMasterIdLst>
  <p:sldIdLst>
    <p:sldId xmlns:r="http://schemas.openxmlformats.org/officeDocument/2006/relationships" id="256" r:id="Rd8c1907c918b4009"/>
    <p:sldId xmlns:r="http://schemas.openxmlformats.org/officeDocument/2006/relationships" id="257" r:id="R1926aaa671104c33"/>
    <p:sldId xmlns:r="http://schemas.openxmlformats.org/officeDocument/2006/relationships" id="258" r:id="Rbb063574f21045ca"/>
    <p:sldId xmlns:r="http://schemas.openxmlformats.org/officeDocument/2006/relationships" id="259" r:id="Rea0ef13ae07c4a32"/>
    <p:sldId xmlns:r="http://schemas.openxmlformats.org/officeDocument/2006/relationships" id="260" r:id="R79bd3c844438489d"/>
    <p:sldId xmlns:r="http://schemas.openxmlformats.org/officeDocument/2006/relationships" id="261" r:id="R11f98d6273de4e64"/>
    <p:sldId xmlns:r="http://schemas.openxmlformats.org/officeDocument/2006/relationships" id="262" r:id="R8b2266d29ca94a3b"/>
    <p:sldId xmlns:r="http://schemas.openxmlformats.org/officeDocument/2006/relationships" id="263" r:id="R95a7a16c3e864c2b"/>
    <p:sldId xmlns:r="http://schemas.openxmlformats.org/officeDocument/2006/relationships" id="264" r:id="R38787d2f8f7d4b2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e86288235a4bad" /><Relationship Type="http://schemas.openxmlformats.org/officeDocument/2006/relationships/theme" Target="/ppt/theme/theme1.xml" Id="Rfc830f8a6cbc4d80" /><Relationship Type="http://schemas.openxmlformats.org/officeDocument/2006/relationships/notesMaster" Target="/ppt/notesMasters/notesMaster1.xml" Id="R34711c33d1bf4bf3" /><Relationship Type="http://schemas.openxmlformats.org/officeDocument/2006/relationships/presProps" Target="/ppt/presProps.xml" Id="R862a25ced6634ab8" /><Relationship Type="http://schemas.openxmlformats.org/officeDocument/2006/relationships/viewProps" Target="/ppt/viewProps.xml" Id="Rbdcc330fea384737" /><Relationship Type="http://schemas.openxmlformats.org/officeDocument/2006/relationships/tableStyles" Target="/ppt/tableStyles.xml" Id="R00e9e889c7604692" /><Relationship Type="http://schemas.openxmlformats.org/officeDocument/2006/relationships/slide" Target="/ppt/slides/slide1.xml" Id="Rd8c1907c918b4009" /><Relationship Type="http://schemas.openxmlformats.org/officeDocument/2006/relationships/slide" Target="/ppt/slides/slide2.xml" Id="R1926aaa671104c33" /><Relationship Type="http://schemas.openxmlformats.org/officeDocument/2006/relationships/slide" Target="/ppt/slides/slide3.xml" Id="Rbb063574f21045ca" /><Relationship Type="http://schemas.openxmlformats.org/officeDocument/2006/relationships/slide" Target="/ppt/slides/slide4.xml" Id="Rea0ef13ae07c4a32" /><Relationship Type="http://schemas.openxmlformats.org/officeDocument/2006/relationships/slide" Target="/ppt/slides/slide5.xml" Id="R79bd3c844438489d" /><Relationship Type="http://schemas.openxmlformats.org/officeDocument/2006/relationships/slide" Target="/ppt/slides/slide6.xml" Id="R11f98d6273de4e64" /><Relationship Type="http://schemas.openxmlformats.org/officeDocument/2006/relationships/slide" Target="/ppt/slides/slide7.xml" Id="R8b2266d29ca94a3b" /><Relationship Type="http://schemas.openxmlformats.org/officeDocument/2006/relationships/slide" Target="/ppt/slides/slide8.xml" Id="R95a7a16c3e864c2b" /><Relationship Type="http://schemas.openxmlformats.org/officeDocument/2006/relationships/slide" Target="/ppt/slides/slide9.xml" Id="R38787d2f8f7d4b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780e2bf7d4948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816d0910c24dab" /><Relationship Type="http://schemas.openxmlformats.org/officeDocument/2006/relationships/notesMaster" Target="/ppt/notesMasters/notesMaster1.xml" Id="R55ac4a8d600142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b6dda497a14c91" /><Relationship Type="http://schemas.openxmlformats.org/officeDocument/2006/relationships/notesMaster" Target="/ppt/notesMasters/notesMaster1.xml" Id="Rff9dd8b3de6941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1a3fc327b04407" /><Relationship Type="http://schemas.openxmlformats.org/officeDocument/2006/relationships/notesMaster" Target="/ppt/notesMasters/notesMaster1.xml" Id="R178b0922a46a4f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d2d84985224f2a" /><Relationship Type="http://schemas.openxmlformats.org/officeDocument/2006/relationships/notesMaster" Target="/ppt/notesMasters/notesMaster1.xml" Id="R8424517fce5f46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eaf3b719034c7e" /><Relationship Type="http://schemas.openxmlformats.org/officeDocument/2006/relationships/notesMaster" Target="/ppt/notesMasters/notesMaster1.xml" Id="Rdd7bb50d185f4f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103cdfaee74a4a" /><Relationship Type="http://schemas.openxmlformats.org/officeDocument/2006/relationships/notesMaster" Target="/ppt/notesMasters/notesMaster1.xml" Id="Rfeda61b6813745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2d0941853347f4" /><Relationship Type="http://schemas.openxmlformats.org/officeDocument/2006/relationships/notesMaster" Target="/ppt/notesMasters/notesMaster1.xml" Id="R46f52da027a54e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719014d5f7472c" /><Relationship Type="http://schemas.openxmlformats.org/officeDocument/2006/relationships/notesMaster" Target="/ppt/notesMasters/notesMaster1.xml" Id="R94581082e2e34e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ff022e3205490a" /><Relationship Type="http://schemas.openxmlformats.org/officeDocument/2006/relationships/notesMaster" Target="/ppt/notesMasters/notesMaster1.xml" Id="R33af93e2a3dd45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9fa6579d88492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840612140d04878" /><Relationship Type="http://schemas.openxmlformats.org/officeDocument/2006/relationships/slideLayout" Target="/ppt/slideLayouts/slideLayout2.xml" Id="R0d7e3054e08643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7e3054e08643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28c5c118114807" /><Relationship Type="http://schemas.openxmlformats.org/officeDocument/2006/relationships/image" Target="/ppt/media/image.png" Id="R7e83d72fdf1b4db4" /><Relationship Type="http://schemas.openxmlformats.org/officeDocument/2006/relationships/notesSlide" Target="/ppt/notesSlides/notesSlide1.xml" Id="R4d2cb219ad7a40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9a31e178654a32" /><Relationship Type="http://schemas.openxmlformats.org/officeDocument/2006/relationships/notesSlide" Target="/ppt/notesSlides/notesSlide2.xml" Id="Rcb0a2d7fbfa542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0ff110b8ae4e3b" /><Relationship Type="http://schemas.openxmlformats.org/officeDocument/2006/relationships/notesSlide" Target="/ppt/notesSlides/notesSlide3.xml" Id="Rd4ce74b321154b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906fff257843d1" /><Relationship Type="http://schemas.openxmlformats.org/officeDocument/2006/relationships/notesSlide" Target="/ppt/notesSlides/notesSlide4.xml" Id="R610119479ca84f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534eee9dff4e04" /><Relationship Type="http://schemas.openxmlformats.org/officeDocument/2006/relationships/image" Target="/ppt/media/image2.png" Id="R14dccd1d13d1459c" /><Relationship Type="http://schemas.openxmlformats.org/officeDocument/2006/relationships/notesSlide" Target="/ppt/notesSlides/notesSlide5.xml" Id="R74eb3faf7ce643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eb9e08986f4cce" /><Relationship Type="http://schemas.openxmlformats.org/officeDocument/2006/relationships/notesSlide" Target="/ppt/notesSlides/notesSlide6.xml" Id="R9d0d27a1b7e045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13c883d394421d" /><Relationship Type="http://schemas.openxmlformats.org/officeDocument/2006/relationships/notesSlide" Target="/ppt/notesSlides/notesSlide7.xml" Id="Rc868326e1c5d46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a6f4abf31148fc" /><Relationship Type="http://schemas.openxmlformats.org/officeDocument/2006/relationships/notesSlide" Target="/ppt/notesSlides/notesSlide8.xml" Id="R854473e79d1e44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a497a9d2dd4f63" /><Relationship Type="http://schemas.openxmlformats.org/officeDocument/2006/relationships/notesSlide" Target="/ppt/notesSlides/notesSlide9.xml" Id="R94403893cf4d46a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40B21E-AEDF-462E-82F7-28AB564B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07616-7CDE-454A-AC11-4D8B66E7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33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DB370-99E8-44D9-A76C-5E70D9BD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3d72fdf1b4db4"/>
          <a:stretch xmlns:a="http://schemas.openxmlformats.org/drawingml/2006/main"/>
        </p:blipFill>
        <p:spPr>
          <a:xfrm xmlns:a="http://schemas.openxmlformats.org/drawingml/2006/main">
            <a:off x="514350" y="5143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A04AC-1D57-4A42-B0CB-998B1F1D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DeepSeek Mobile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EB8B6-BD95-4719-B31D-8BB6C713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2781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DE8E4"/>
                </a:solidFill>
                <a:latin typeface="Microsoft YaHei"/>
                <a:ea typeface="Microsoft YaHei"/>
                <a:cs typeface="Microsoft YaHei"/>
              </a:rPr>
              <a:t>手机优先、本地优先的 AI 客户端</a:t>
            </a:r>
          </a:p>
          <a:p xmlns:a="http://schemas.openxmlformats.org/drawingml/2006/main">
            <a:pPr algn="l">
              <a:defRPr sz="1200" b="0">
                <a:solidFill>
                  <a:srgbClr val="DDE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DE8E4"/>
                </a:solidFill>
                <a:latin typeface="Microsoft YaHei"/>
                <a:ea typeface="Microsoft YaHei"/>
                <a:cs typeface="Microsoft YaHei"/>
              </a:rPr>
              <a:t>桌面窗口、手机 Python、APK 三种本地运行形态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7C6D2-4308-440F-865C-E176D54E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A11DB-10C0-470A-90FB-DADE97A0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4802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v1.6.5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B0154-9FFA-4A26-8ECD-D0899EAB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813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1C58A2-E52B-49C0-8994-6C866C95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48025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Python 3.10+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E49CD-093E-4352-9B84-F84D0A04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2781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7C3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7C3BF"/>
                </a:solidFill>
                <a:latin typeface="Microsoft YaHei"/>
                <a:ea typeface="Microsoft YaHei"/>
                <a:cs typeface="Microsoft YaHei"/>
              </a:rPr>
              <a:t>项目介绍 deck</a:t>
            </a:r>
          </a:p>
          <a:p xmlns:a="http://schemas.openxmlformats.org/drawingml/2006/main">
            <a:pPr algn="l">
              <a:defRPr sz="825" b="0">
                <a:solidFill>
                  <a:srgbClr val="B7C3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7C3BF"/>
                </a:solidFill>
                <a:latin typeface="Microsoft YaHei"/>
                <a:ea typeface="Microsoft YaHei"/>
                <a:cs typeface="Microsoft YaHei"/>
              </a:rPr>
              <a:t>本地应用交付 / 多 Agent / 工具调用 / 移动端运行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CC419-7FBE-42FF-A1B3-D39A4964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09600"/>
            <a:ext cx="647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把云端模型能力，装进一个可随身运行的本地工作台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94A3B-0131-4148-B11B-6A04EF13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28750"/>
            <a:ext cx="5753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本机 Python 后端负责模型、搜索、文件解析、OCR、记忆、项目库与工具调用；前端以 WebView/PWA 形式提供跨设备一致体验。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87ED5-F1A1-4EFB-9A34-77082C1D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0DC24B-6994-48E3-9A94-36C4864A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4BA7FD-3BFD-4494-A63A-4D984D54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146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9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9F7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229381-40F7-42AE-A249-E759BCBE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28925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本地运行形态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7A4A96-51C3-4A83-B45E-F908EF1A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6705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桌面 exe / 手机 Python / Android APK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2CCBCD-B9AA-4D85-97DB-47F5A400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C97F2-D445-49D2-BE72-44C1F7A8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DA204B-2713-43CC-98B2-0C4A461C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146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200MB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4E0DC5-98DF-49B7-8C56-40420ED2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28925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单文件上传上限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69260F-60AB-4522-8824-5F639111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6705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multipart 总请求体默认 220MB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49D464-CFBB-46B0-A952-DBAC0A88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11361C-0A66-45F5-8182-B4E14E08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6A0C7B-3786-4383-8F2F-1264AFD1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146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A3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8A317"/>
                </a:solidFill>
                <a:latin typeface="Microsoft YaHei"/>
                <a:ea typeface="Microsoft YaHei"/>
                <a:cs typeface="Microsoft YaHei"/>
              </a:rPr>
              <a:t>2M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47C35A-C7A5-4C64-BC2A-6D95A14D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28925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Agent token 预算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7E5E37-7E24-4BD2-A1A1-6022D9FF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6705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v1.6.5 默认护栏，可设 0 不限制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265538-A0FF-4AFF-8DC3-A7E04020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33800"/>
            <a:ext cx="5924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EBC9E7-F5AD-453C-BB28-37E53E78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338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1A8049-CEC7-4495-B56F-EC4C8117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67150"/>
            <a:ext cx="560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一句话定位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D36D06-95CB-4DF9-8F54-181010B1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33850"/>
            <a:ext cx="5600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DeepSeek Mobile 不是单纯网页端，而是一个本地应用平台：界面可以嵌入桌面或手机 WebView，数据和运行状态优先留在本机，云端 API 只承担模型与搜索能力。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DFBA68-510D-499A-804A-1ECB4A2E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5151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Sources: README.md, docs/ARCHITECTURE.md</a:t>
            </a:r>
          </a:p>
        </p:txBody>
      </p:sp>
    </p:spTree>
    <p:extLst>
      <p:ext uri="{BB962C8B-B14F-4D97-AF65-F5344CB8AC3E}">
        <p14:creationId xmlns:p14="http://schemas.microsoft.com/office/powerpoint/2010/main" val="6423165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75EE50-49A7-4248-8D17-90DA89CE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90A8D-28F2-4A13-891D-27A61898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194F9-1674-4C15-BCA5-7211A2F9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8745F"/>
                </a:solidFill>
                <a:latin typeface="Microsoft YaHei"/>
                <a:ea typeface="Microsoft YaHei"/>
                <a:cs typeface="Microsoft YaHei"/>
              </a:rPr>
              <a:t>POSITIONING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7D1C7-E1F7-4D0E-9F1E-FB973A7F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DeepSeek Mobile v1.6.5 | local-first AI client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2F2DF-93B2-4BD2-AB7C-417460E1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11741-89F6-46B6-89D3-0AA2B228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这个项目解决的是“AI 能力如何本地化交付”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8D8B0-AADC-484F-A8B5-F6876951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目标不是再做一个聊天网页，而是把对话、工具、资料、记忆与移动端运行收拢到本机边界里。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02AED-4A66-4D61-A4D8-075F2FAA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3238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1A6F3-3E99-47F7-BA3E-96E75C42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0B8E2-EEE1-4E55-B9BD-45F21F74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本地优先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8605D-D36D-4047-9578-41785D33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2933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API Key、会话历史、项目文档、文件缓存、记忆和 Agent Run 都以本机文件或浏览器 localStorage 为主；服务只在本机暴露 token 鉴权入口。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BBBD9-D91B-4240-8DBC-B429FD28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3238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01E3E-936A-482B-A782-55B94B29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CDDCD-D76C-4D76-A972-DF895B17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09800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手机优先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53B3F-EAC7-4026-97F6-F2A16008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95550"/>
            <a:ext cx="2933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v1.6.0 增加手机控制台启动器；v1.6.2 APK 内置 ML Kit OCR；Android WebView 可以直接打开 127.0.0.1 本机服务。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05DF2-2502-43E2-B725-F7D373FF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38350"/>
            <a:ext cx="3238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C79D2B-4DCB-4C5D-A679-60DECBE9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3835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F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4C1DFF-9389-40CE-A7B9-B609AE86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工程优先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24AE2B-9F42-4A14-B718-FC5A92A3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95550"/>
            <a:ext cx="2933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后端按服务模块拆分：chat、files、search、tools、memory、projects、multi_agent、agent_runs；前端保持原生 ES modules，避免构建链复杂化。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3F0D68-327F-4AE0-A2CA-49CCD807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076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69D398-1E9A-4049-8C8A-F3B787B1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975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设计原则：让用户用本地应用的方式获得云模型能力，同时保持可移动、可恢复、可观测、可打包。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0903AF-8FD3-4B99-AE35-FE44E932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Sources: README.md, docs/API.md</a:t>
            </a:r>
          </a:p>
        </p:txBody>
      </p:sp>
    </p:spTree>
    <p:extLst>
      <p:ext uri="{BB962C8B-B14F-4D97-AF65-F5344CB8AC3E}">
        <p14:creationId xmlns:p14="http://schemas.microsoft.com/office/powerpoint/2010/main" val="9658787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603BF0-BFBA-4B16-9B1D-84F147C0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3B432-BB5F-4789-B893-BF6E3DA0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47583-BD82-4543-8ED1-38681561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8745F"/>
                </a:solidFill>
                <a:latin typeface="Microsoft YaHei"/>
                <a:ea typeface="Microsoft YaHei"/>
                <a:cs typeface="Microsoft YaHei"/>
              </a:rPr>
              <a:t>CAPABILITY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E4F12-1777-4C05-AF0F-D4581F7F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DeepSeek Mobile v1.6.5 | local-first AI client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C05EA-9ED1-4478-9B70-3C5C77C6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CA3FD-374F-4580-BD96-3CF19D8F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功能不是散点：它们围绕“对话工作台”组成闭环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15E5C-C364-43F1-BC22-957F8B20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每个能力都服务同一个主线：输入资料与问题，调用本地工具与远端模型，沉淀为可恢复的工作状态。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AE362-A420-41DB-A8D7-119D8FB4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3048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2ABA8-6942-45AD-B8D6-4918E5D9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7655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对话工作台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6B42F-3452-47FE-892A-F38C8D14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956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DE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DE8E4"/>
                </a:solidFill>
                <a:latin typeface="Microsoft YaHei"/>
                <a:ea typeface="Microsoft YaHei"/>
                <a:cs typeface="Microsoft YaHei"/>
              </a:rPr>
              <a:t>Chat / Seek 助手 / Agent 模式 / 历史分支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98BCD-7F28-4EA9-8285-B76DC505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933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9B889A-6AD3-42C5-BF8E-D906380E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5EE65-7C1C-426E-9B66-9E4292AF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文件与 OCR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B6B33-E3EA-479B-955A-40F2821D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200MB 单文件上传；PDF、Office、图片、扫描件 OCR；按问题检索 chunk。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515AA-5207-4BB8-AAF0-B4B9C30D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2933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069FC0-A0E7-4DD1-82BD-F7766640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46F490-C202-41DD-8C86-484E97CA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联网搜索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F702E-7A5F-4E87-BEE4-76C24ADF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off / auto / on 三档；Tavily 多轮搜索、去重、来源引用与搜索缓存。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200D06-F71C-48A6-9F84-F8947D4C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2933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924950-4B2D-4B83-ACAA-30633851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5AE9C1-40D5-40E9-BCBA-CEEB25BA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项目空间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CBA828-C3A9-4719-8383-CEEDF886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持久项目文档库与项目元数据，不受临时文件缓存清理影响。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C7847-4DAD-4861-B144-89A02B54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933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415D26-2C3E-4F5F-9039-0CA5F282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F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323DC0-B849-4063-B5BB-D113E23D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431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本地工具调用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9CADC8-7E2A-48D7-92C0-5AECAFE7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09800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python_eval、search_files、fetch_url、web_search、提醒、记忆、图表与数据转换。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F7A1C4-992A-4A09-AA7A-0D17EB8A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90900"/>
            <a:ext cx="2933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8A270F-502D-4B7D-9DD5-B519DD92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9090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F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E13938-E916-49BF-A7F3-2DF73505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2425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长期记忆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175422-46A3-4C84-A99B-24E74F9A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90950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global / project / seek 作用域过滤；建议记忆需用户确认。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BB3392-6BDD-49EB-8B46-A4657A43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72050"/>
            <a:ext cx="2933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77C91C-C4E0-4D6B-B0EF-ACFF2346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720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1B64D5-4CBC-4563-BD82-60B688F4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054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可恢复 Agent Run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4F39B2-82AF-4FB9-B6FA-00DE7A79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372100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事件日志是唯一事实源，刷新或断线后可按 index 继续接收。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B1E3D0-8E54-468D-ADC3-47C9A3E2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8EAA5C-E370-4A1E-AD59-6F5952F4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098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AA0899-0418-4CBA-88E7-33CC46C8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909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2F9196-EF8D-4A54-95B1-7EB321A6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909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F8B673-2428-4030-9623-049C99EE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721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AE9AAE-F1D2-4AC0-98AC-881998D7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721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7D7BE3-29D0-4973-BC1D-C907719B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Sources: README.md feature list</a:t>
            </a:r>
          </a:p>
        </p:txBody>
      </p:sp>
    </p:spTree>
    <p:extLst>
      <p:ext uri="{BB962C8B-B14F-4D97-AF65-F5344CB8AC3E}">
        <p14:creationId xmlns:p14="http://schemas.microsoft.com/office/powerpoint/2010/main" val="2408809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0BD8C4-567E-4505-81C9-2EF87CB6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70401-7BC6-4BD0-B576-5F928B33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97C94-AB54-4889-AF45-AC5BD0F1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8745F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8B982-DC0D-4210-8097-E8E74C17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DeepSeek Mobile v1.6.5 | local-first AI client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11395-B564-48D3-841B-2187412E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F817C-DBD8-4475-87F1-E1FE9D07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架构边界清楚：UI 壳很薄，能力集中在本机 Python 服务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8C0DD-7C22-465A-B851-76DFACA0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桌面、手机和 APK 都打开同一套本机 HTTP 路由；数据存储和工具执行优先留在本机。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99CB7-07DA-4A5D-A444-638E6572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23050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E5534-D479-4176-9F00-A8B04C66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2305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F7A21-F883-44CD-ABC1-09A85DFB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客户端表面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8FB27-B9FC-4655-861C-8B47A751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2000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Desktop WebView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Android WebView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手机浏览器 / PWA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桌面浏览器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职责：输入、渲染、历史 localStorage、主题、语音、引用、面板交互。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5495D-DFCD-4EA4-949E-A0363BE8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76400"/>
            <a:ext cx="28765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EE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86D2C-945F-4A9A-B4C3-C5326ED2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76400"/>
            <a:ext cx="2876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64151-CE53-4C37-9844-29747A1D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478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本机 HTTP 服务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4E0DDB-F5BD-4476-836E-C3A40E67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571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web.server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- token auth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- static assets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- multipart upload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services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- deepseek_client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- multi_agent / agent_runs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- files / ocr / search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- tools / memory / projects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21875-25D4-4163-A5B0-955FC282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676400"/>
            <a:ext cx="24003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2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F0DAB8-95B7-44F6-9A4F-887B7296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676400"/>
            <a:ext cx="2400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44B3C7-C2AF-4B8D-A331-2A51859A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478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本地状态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8B6890-7C94-40EC-91B3-13A061B3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33600"/>
            <a:ext cx="2095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.auth-token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.file-cache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.search-cache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.memory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.projects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.reminders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.agent-runs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重启后继续复用 token、项目、记忆和 Agent 事件日志。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59F08C-F9A7-4FCB-AECC-0B2F0281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76400"/>
            <a:ext cx="20383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D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53D409-A427-4954-AF95-CDA985E1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76400"/>
            <a:ext cx="20383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F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B60F4E-5DD9-467B-B848-2D3E4B00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4785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外部能力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10D886-94EC-4489-A503-B2DA917C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33600"/>
            <a:ext cx="17335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DeepSeek API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- chat completions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- reasoning/content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- usage/cache diagnostics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Tavily API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- web search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- citation sources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29E773-C28D-477F-B2D4-AE9CBA51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14700"/>
            <a:ext cx="24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3EB5E3-E439-4E99-9DB3-B233CE09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4700"/>
            <a:ext cx="24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9DB830-6FD2-458D-A195-D9525D6D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14700"/>
            <a:ext cx="24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F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A8A0E8-96A6-4A49-B7C0-917F533B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19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关键点：WebView 只是本地应用壳；真正的运行时、鉴权、工具和缓存都由同一套 Python 后端承载。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198E0B-7972-42D8-A7D8-6966EF21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Sources: docs/ARCHITECTURE.md</a:t>
            </a:r>
          </a:p>
        </p:txBody>
      </p:sp>
    </p:spTree>
    <p:extLst>
      <p:ext uri="{BB962C8B-B14F-4D97-AF65-F5344CB8AC3E}">
        <p14:creationId xmlns:p14="http://schemas.microsoft.com/office/powerpoint/2010/main" val="8709086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B580BE-06CD-435A-928B-04F608B4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194FA-40EE-4B64-BD0C-3C2B253F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E58E0-0B86-4D9E-9D8B-7A65BB5B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8745F"/>
                </a:solidFill>
                <a:latin typeface="Microsoft YaHei"/>
                <a:ea typeface="Microsoft YaHei"/>
                <a:cs typeface="Microsoft YaHei"/>
              </a:rPr>
              <a:t>INTERACTION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B16E5-C824-4FF4-B8FB-D157B491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DeepSeek Mobile v1.6.5 | local-first AI client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D8992-9982-417D-A64E-32D1A61C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757FE-E6CF-4AD8-9342-C55F02A2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609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真实交互链路已跑通：启动、发送、标题、历史和联网搜索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337A0-737B-4F5F-9FDC-B95F3CEB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测试用本地后端 + 无头 Chrome + 实际 API Key，验证前端状态、认证 cookie、接口调用和搜索 UI 能一起工作。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ccd1d13d1459c"/>
          <a:stretch xmlns:a="http://schemas.openxmlformats.org/drawingml/2006/main"/>
        </p:blipFill>
        <p:spPr>
          <a:xfrm xmlns:a="http://schemas.openxmlformats.org/drawingml/2006/main">
            <a:off x="7755033" y="990600"/>
            <a:ext cx="2225483" cy="5334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70625-26A4-4EB4-B6CB-1B92DEE8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876300"/>
            <a:ext cx="3943350" cy="556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B92CB-B898-49BA-A0A5-961C19B5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676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2A8E5-3F90-4E70-B967-E482FCFC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F84DD-9CC9-4F16-AC45-F27F8DE3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9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9F7E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295AD-355B-47C3-A740-3B3D46BB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/api/config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AF4F3-81E2-433E-A6D0-2888AD88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token cookie 鉴权后正常返回 v1.6.5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DCCE4B-9326-4CB6-B497-16B95C26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66900"/>
            <a:ext cx="1676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E68719-6855-4881-883E-BE24BEE7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669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A7DC98-C6D0-434E-9266-5407D2A2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02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2F2EA-C15E-446E-BD74-202BFB70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14575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/api/chat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B505E-DEE9-4946-9192-23956763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普通对话与联网搜索两轮均成功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FB0D7-D25C-48DB-A5E5-E0607426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66900"/>
            <a:ext cx="1676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C82E58-B211-43ED-97BC-F5CDC749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669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B96950-7333-426C-B617-871BA5EA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A3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8A317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2C5748-6020-404B-BB26-DB274696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14575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/api/title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91C9DC-E62F-4F74-90C1-8AC925E9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首轮回复后自动生成标题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1490A4-5D59-4D82-884C-54A4E95F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548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530737-A213-4ABE-B1EF-4771C3B2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BA0334-4D56-440C-AE94-03A602D1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516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前端状态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D431D9-8627-421B-A03E-DF487C99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516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搜索模式切换后重载仍保持鉴权；输入框、发送按钮、历史侧栏、搜索来源和诊断数据可以串联工作。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7CE2B5-3BC3-4871-BE02-6780D9FB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548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5C7875-ACA0-445C-B2DE-1EBFDC1D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F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93944C-A1E0-4FF1-8EF1-1B308E1E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516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搜索证明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F762FF-F0C8-44A5-B7E4-93C4DE37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516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自动搜索触发后页面显示“搜索 1 次”和网页来源引用，截图保存在 test-artifacts/interaction-logic-v165.png。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5B12E3-FFD4-4D3A-A41B-2E482F69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533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结论：当前版本已经具备“本地应用”级别的完整对话闭环，而不是只能打开静态网页。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6E0D6A-C9D4-4EDC-80D7-9638CA2B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Source: local E2E interaction test</a:t>
            </a:r>
          </a:p>
        </p:txBody>
      </p:sp>
    </p:spTree>
    <p:extLst>
      <p:ext uri="{BB962C8B-B14F-4D97-AF65-F5344CB8AC3E}">
        <p14:creationId xmlns:p14="http://schemas.microsoft.com/office/powerpoint/2010/main" val="10560309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17C6A0-63FF-4F7D-B696-C0EEFD18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CA1E2-978C-4524-853F-D19A03F7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F1715-EDEC-4B3D-95A2-40B5DF00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8745F"/>
                </a:solidFill>
                <a:latin typeface="Microsoft YaHei"/>
                <a:ea typeface="Microsoft YaHei"/>
                <a:cs typeface="Microsoft YaHei"/>
              </a:rPr>
              <a:t>MULTI-AGENT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EB3BB-1B38-43DB-9388-86D5FED6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DeepSeek Mobile v1.6.5 | local-first AI client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C8F3C-4AA3-4B2E-ACC7-8BEF10F6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33466-DCB5-4D27-B995-5423E0F5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多 Agent 有预算、依赖和可恢复执行模型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FD516-DB7F-4C28-9CCE-2D9FA6B6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v1.6.5 把 Agent 从简单串并行推进到动态 DAG、Critic 修订与 token 预算护栏。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27A9D-C0DD-4707-9F86-88B8AEAD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619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42772-126F-4780-AEFE-D190C089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619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D6967-9F2F-4B8F-87EB-2B6BC71E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1 Leader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4F7F1-7394-4AAA-AB7D-19F00497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3144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拆解任务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输出 plan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可进入计划确认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765381-71F9-4658-B6DD-D0DA2CFB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33600"/>
            <a:ext cx="1619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EE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DD624-1C04-4199-9E42-AEDF7582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33600"/>
            <a:ext cx="1619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BD96E6-5F5C-4826-9CBC-63217B05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0505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2 Researcher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3EECB4-08E5-4322-B66F-09AC5FDA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90800"/>
            <a:ext cx="13144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联网搜索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共享搜索预算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沉淀来源摘要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F912CA-6394-4182-AF44-76846A78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1619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65AF4-262F-44F4-84F5-77FB5021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1619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076BDC-F64F-46A0-8942-FF8F37F6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0505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3 Coder / Reasoner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4D1D33-730B-4361-828E-BAFF15D6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90800"/>
            <a:ext cx="13144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同层并行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按 depends_on 拓扑分层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保留执行顺序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7F689A-6F6F-44A3-912B-8797CB16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33600"/>
            <a:ext cx="1619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D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BB635A-3324-4395-B295-D59CEBE6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33600"/>
            <a:ext cx="1619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F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675224-704A-453C-9A9F-3C7C8845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0505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4 Critic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AB4ECA-CFE2-4A75-BA81-82761FE6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90800"/>
            <a:ext cx="13144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复核风险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可点名一个 worker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仅修订一轮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E8A027-B87D-4071-BC2A-37E34608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33600"/>
            <a:ext cx="1619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2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D81669-8D3B-4A84-89BA-EA685ED3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33600"/>
            <a:ext cx="1619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31A4AC-1F8C-4E98-9462-F30FA921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0505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5 Synthesizer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060641-CC2F-4B39-8749-79ED1D14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90800"/>
            <a:ext cx="13144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综合最终回答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预算耗尽仍执行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输出 diagnostics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AF5DF5-5CCD-43E5-BE3C-5C7C220D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0515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46B4F3-C6AD-41F8-8BE8-E20B1A72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0515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BAAEEF-0A08-4918-BD65-C0B0BD81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2B0560-FD96-49EF-A955-EB9E360C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73FCE7-7092-425B-88F5-577B31E2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228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922B9C-44D8-4D7F-B0CF-F1870AE5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563C86-7384-48DD-B009-972CB7E9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A3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8A317"/>
                </a:solidFill>
                <a:latin typeface="Microsoft YaHei"/>
                <a:ea typeface="Microsoft YaHei"/>
                <a:cs typeface="Microsoft YaHei"/>
              </a:rPr>
              <a:t>2,000,000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61F098-8CF4-44CA-AE09-518D0148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86375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默认 token 预算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3C91FF-BB77-4B27-ACC7-FC73F5C3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超预算后跳过后续 worker，综合阶段始终执行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A5DD8D-4E7C-4E6E-AF52-5967FBF7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38700"/>
            <a:ext cx="228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EECCB4-8638-46A5-8D53-AC6B1B7F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387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B3216A-C841-4832-9379-1B0ACB2F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720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9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9F7E"/>
                </a:solidFill>
                <a:latin typeface="Microsoft YaHei"/>
                <a:ea typeface="Microsoft YaHei"/>
                <a:cs typeface="Microsoft YaHei"/>
              </a:rPr>
              <a:t>12 / 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EF8BE8-AD93-42D3-ACA7-4BE6EE07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86375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Agent 搜索预算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3C5016-6A74-48DE-96EA-77B787E1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2450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单次 Agent Run 总搜索 12 次，Researcher 单 Agent 5 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ACAF7A-D4ED-4B50-A5E1-D6FB4FE8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38700"/>
            <a:ext cx="228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300C64-AC02-45B7-B405-40410D08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387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DC1C0B-91E6-4E3E-AAAF-CE6EDA76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720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events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BEE675-48AC-43AD-9C3A-EAA4880E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86375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恢复 UI 的事实源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5FCFCB-2215-4A52-9F79-2FD5FD64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2450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runId + index + createdAt 支撑断线续接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445A43-7DD8-49CB-BE4F-2FB87306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Sources: README.md, docs/ARCHITECTURE.md</a:t>
            </a:r>
          </a:p>
        </p:txBody>
      </p:sp>
    </p:spTree>
    <p:extLst>
      <p:ext uri="{BB962C8B-B14F-4D97-AF65-F5344CB8AC3E}">
        <p14:creationId xmlns:p14="http://schemas.microsoft.com/office/powerpoint/2010/main" val="1348874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F38021-9C52-450B-98F6-490605FF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39AD2-8485-41E3-8874-F3145536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4D612-9966-4729-B819-DF2B6283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8745F"/>
                </a:solidFill>
                <a:latin typeface="Microsoft YaHei"/>
                <a:ea typeface="Microsoft YaHei"/>
                <a:cs typeface="Microsoft YaHei"/>
              </a:rPr>
              <a:t>RELIABILITY &amp; CACHE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9C2D1-0C23-46C0-B602-123FE67F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DeepSeek Mobile v1.6.5 | local-first AI client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574EF-A002-4F06-8688-28C5605B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F1A5F-B36A-401F-81D6-19827E77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稳定性重点在“请求前缀别乱动，工具回合别丢账”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73F52-E11A-4AFD-B6CE-5D8A479B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最近几个版本围绕 prompt cache、搜索缓存、工具调用 usage 汇总和标题生成做了持续修复。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48510-5855-4BAA-B497-2630D32A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5143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5B02A-D77E-42CB-ACB3-DF0A322D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2F4A3-3225-472D-A938-EFD09FD8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81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v1.5.1 搜索提示后移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EEEFF-ED44-4201-B1A2-949DEE57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4819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WEB_SEARCH_SYSTEM_HINT 不再改写首个 system message，而是追加到本轮尾部 dynamic context，减少一开搜索就打断长历史前缀。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B9434-0013-425B-994C-1574B3D5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5143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55707-2514-4446-8597-8CE04716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DF0A6-F182-4204-93A4-6C4E1935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481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v1.6.0 工具回合 usage 汇总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B0B2C-9BB4-42EF-9A47-0206D565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4819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普通对话触发本地工具后，同步和流式工具循环都会合并本轮所有上游请求的 prompt/cache usage，避免最终显示 0%。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D27C9-A084-4475-9B62-BA1381C6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5143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E82D4-C5F2-4698-950B-E2697BE9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F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464E1-3167-4FF4-9F2D-D97A27D4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481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v1.6.1 web_search 稳定交换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B1A675-2D08-47B6-9A1A-C8B7A885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4819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随机 tool_call_id 改为稳定 ID，工具参数 JSON 规范化，模型侧搜索结果移除本地 cached 波动字段并稳定序列化。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CD2784-00B9-4F11-92DD-4392C54F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66900"/>
            <a:ext cx="4000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C878F0-E603-49CE-8BA3-E54161F8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3360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缓存友好请求结构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C3E484-F18F-4C16-996C-13152690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8605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3B9484-2362-4E96-8781-233A2F49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52725"/>
            <a:ext cx="2781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Stable system prompt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A18974-CCB6-4236-82BD-1037F650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861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D6BFC4-F3F1-470D-BEB4-ED3229B4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52775"/>
            <a:ext cx="2552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Long reusable history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ADB1EF-A4C0-4426-BF9C-F7C73C6C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861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C9B5D3-C38A-44B0-A90A-FCB5CB2C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52825"/>
            <a:ext cx="2324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Context summary / memory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4BA394-4089-4E80-813F-794F5577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862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F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DAB120-7172-41CA-A8A9-15EA78FB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52875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Dynamic search + tools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5C8613-B1E1-4CB5-8408-757E740D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862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F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384512-F637-4720-8DD8-A08E2217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52925"/>
            <a:ext cx="1866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Final answer request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943A12-EEF9-4077-BF35-A1BB0715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815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DDE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DDE8E4"/>
                </a:solidFill>
                <a:latin typeface="Microsoft YaHei"/>
                <a:ea typeface="Microsoft YaHei"/>
                <a:cs typeface="Microsoft YaHei"/>
              </a:rPr>
              <a:t>原则：越稳定、越长、越可复用的内容越靠前；搜索结果、工具参数和本轮状态留在尾部。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F421C1-5149-444F-9B8A-A61E7C9C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Sources: README.md, docs/API.md</a:t>
            </a:r>
          </a:p>
        </p:txBody>
      </p:sp>
    </p:spTree>
    <p:extLst>
      <p:ext uri="{BB962C8B-B14F-4D97-AF65-F5344CB8AC3E}">
        <p14:creationId xmlns:p14="http://schemas.microsoft.com/office/powerpoint/2010/main" val="15147880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F15DEE-86B6-4E53-B408-55379742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F6788-7962-4A6B-B1B0-1ED3EE71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EFDFE-F766-409F-9A10-404D7167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8745F"/>
                </a:solidFill>
                <a:latin typeface="Microsoft YaHei"/>
                <a:ea typeface="Microsoft YaHei"/>
                <a:cs typeface="Microsoft YaHei"/>
              </a:rPr>
              <a:t>DELIVERY MODES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93EA3-284F-47CF-BCB4-3D9A23F4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DeepSeek Mobile v1.6.5 | local-first AI client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6103B-981B-4734-9348-370A5804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8AABE-61C3-4876-9E34-D322A8A5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交付形态已经覆盖“本地应用”的四条路径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70CD6-917A-4BC2-A79B-2774F0C3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同一套前端和 Python 后端，可以按用户环境打包成桌面窗口、手机本机服务或 Android APK。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B84AA-ECD7-4DE1-B03C-E64F29E8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5717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EE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71F87-393C-4B97-82BE-607C26BE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571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C424B-3BF2-49D7-9968-0243ACE0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Windows 桌面 exe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915FF-A18F-460F-9E4A-87626BC6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2669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默认入口：内嵌 WebView 本地窗口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v1.6.3 起不再跳外部浏览器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数据写到 exe 同目录，方便整目录搬家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旧 GUI：--gui</a:t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纯服务：--server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EB14A-6E31-497E-A3DD-44C803A6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25717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DF7985-3D95-48A4-8482-B88CEEB3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2571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E37C6-8D7D-452E-A92B-6D679DA3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812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浏览器 / PWA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E3258-E28D-4C86-AC1E-4EE13A82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66950"/>
            <a:ext cx="22669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本机服务输出带 token URL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支持 Service Worker、manifest、Share Target、离线历史壳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适合开发调试和局域网访问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54D0E-DC2D-4BCE-BB89-E6DA0952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25717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2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D09BFF-5E6E-44BF-A333-A385DB96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2571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0A3DDD-7054-4F11-8C6D-445456F9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812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手机 Python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43C24F-E6C1-40F1-B368-AB488AA1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22669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launch_mobile.py / launch.py --mobile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Termux / Pydroid 无桌面 GUI 依赖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requirements-mobile.txt 避开 Tk/customtkinter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A39764-5079-45BC-9A0A-2B438015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09750"/>
            <a:ext cx="25717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D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5C745D-17EB-442D-A512-389675B4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09750"/>
            <a:ext cx="2571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F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A546EE-9908-445E-B4A3-50821D2E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812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Android APK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51C7EA-35DA-4097-B5AC-3B35E739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66950"/>
            <a:ext cx="22669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Gradle + Chaquopy + WebView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Python 后端在应用私有目录启动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内置 ML Kit OCR，图片/扫描 PDF 不依赖 Tesseract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9EF929-27C9-43D9-92A7-F940A958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5E270A-429F-4D1F-A757-DCDC08B1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24525"/>
            <a:ext cx="967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对用户说法：这是可在本地运行的应用；网页只是本地 UI 技术栈，不是唯一交付形态。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2C8E64-5E9F-4635-9FD0-76F3C6CE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Sources: README.md, docs/APK.md</a:t>
            </a:r>
          </a:p>
        </p:txBody>
      </p:sp>
    </p:spTree>
    <p:extLst>
      <p:ext uri="{BB962C8B-B14F-4D97-AF65-F5344CB8AC3E}">
        <p14:creationId xmlns:p14="http://schemas.microsoft.com/office/powerpoint/2010/main" val="21041757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422639-4AD5-41DF-A7A8-CAE9A910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27806-9BBA-4BE7-AA7B-EF1E09E8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B79CC-5473-4B8A-B657-644CC7C1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8745F"/>
                </a:solidFill>
                <a:latin typeface="Microsoft YaHei"/>
                <a:ea typeface="Microsoft YaHei"/>
                <a:cs typeface="Microsoft YaHei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D5A7C-C4A2-4AB0-940C-5BCA96B2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DeepSeek Mobile v1.6.5 | local-first AI client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0B1E8-6179-40D2-90E2-95DC55C6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46579-BFDF-4671-B0E9-88256456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下一步：从“能用”走向“可安心分发与长期运行”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7FDFF-C03A-4040-8CB9-4253AD3B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当前版本已经跑通核心链路；下一阶段重点应放在发布工程、移动端原生体验和更强的本地检索层。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B6266-278E-47F3-B845-2F81474A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ED32F-8F37-4FB6-A81E-E4BFCE7A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3582D-062A-4426-96E7-F041CA30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462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1. 发布工程硬化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562AA-AC7B-4FE0-98C2-383D1909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462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补齐签名、版本产物校验、安装包 smoke test 和自动化发布清单，让 exe/APK 交付可追踪。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73310-D5F1-4630-9CAE-D01BC411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FC32D-CB58-4F68-84E2-D7AFA616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3A179-1C04-45B0-931C-68379718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462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2. 原生移动设置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6434C-23B9-4C0B-95F2-FBC030D3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462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APK 增加原生 API Key/网络/OCR 设置页，减少用户第一次进入 WebView 后的配置成本。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7A34A-31DB-44A8-AE39-EBB58F64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25AA4E-9BE3-4AC8-A56D-6B205CA9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54816-42BC-4C67-A6E5-D1B3BA1B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62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3. 本地向量检索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E22A8A-57E0-4D60-9D0C-64BF5A9E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462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把当前轻量哈希向量层升级为可替换的本地嵌入检索，例如 bge-m3 / sqlite-vec。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776543-DA28-48AA-8525-76D065C3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5260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3BE84A-8D46-4B41-8DC1-47D94318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526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F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958599-B140-4B4C-BB0E-CA2A280F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85950"/>
            <a:ext cx="462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4. E2E 交互自动化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644B9E-0DBB-4F25-B04F-F6CB4A88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62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固化启动、鉴权、发送、标题、历史、搜索、文件/OCR 和 Agent Run 的浏览器级回归。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A04698-B59D-4C4C-814A-C6D06E26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9560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B279B1-0D79-4243-B7B9-C232CFE4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956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F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C4994F-FC14-4F81-873C-A5C13A16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28950"/>
            <a:ext cx="462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5. 安全与密钥 UX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D3370C-9E34-4996-AF94-12AF5822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95650"/>
            <a:ext cx="462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继续强化本机密钥保存、日志脱敏、导出排除和跨设备迁移说明。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F554A1-7CB4-49DB-9047-5149260D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3860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7E96B0-3D88-49BF-A5DC-D785C2A8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386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7F9329-B21D-4400-AA85-60F75B29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71950"/>
            <a:ext cx="462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6. Agent 工作台产品化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3C9EF5-9630-4051-A792-6176A7B0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38650"/>
            <a:ext cx="462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把计划确认、重跑、执行报告和 cache diagnostics 做成更清晰的研发/资料分析工作流。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DB4A6C-9769-454B-A48D-EA0E41A5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10058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223B43-3943-481C-9826-9A08E2D4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24525"/>
            <a:ext cx="941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适合场景：个人知识工作台、移动 AI 助手、研发资料整理、课程/文档问答、可恢复多 Agent 分析。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4944A2-1846-40AA-ACA8-1FC18C8A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Sources: repo roadmap inference from current architecture</a:t>
            </a:r>
          </a:p>
        </p:txBody>
      </p:sp>
    </p:spTree>
    <p:extLst>
      <p:ext uri="{BB962C8B-B14F-4D97-AF65-F5344CB8AC3E}">
        <p14:creationId xmlns:p14="http://schemas.microsoft.com/office/powerpoint/2010/main" val="12959467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2026-05-30T07:27:19.6070000Z</dcterms:created>
  <dcterms:modified xsi:type="dcterms:W3CDTF">2026-05-30T07:27:19.6070000Z</dcterms:modified>
</coreProperties>
</file>